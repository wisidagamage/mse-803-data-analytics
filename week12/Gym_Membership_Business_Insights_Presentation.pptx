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935" autoAdjust="0"/>
  </p:normalViewPr>
  <p:slideViewPr>
    <p:cSldViewPr snapToGrid="0" snapToObjects="1">
      <p:cViewPr varScale="1">
        <p:scale>
          <a:sx n="57" d="100"/>
          <a:sy n="57" d="100"/>
        </p:scale>
        <p:origin x="21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31C8D-FA3C-4458-941F-70472BD35DD5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A1058-5BAD-4D45-8CED-71E5D7F2F4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83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A1058-5BAD-4D45-8CED-71E5D7F2F4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47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shows information about different membership types.</a:t>
            </a:r>
          </a:p>
          <a:p>
            <a:r>
              <a:rPr lang="en-US" dirty="0"/>
              <a:t>It includes:</a:t>
            </a:r>
          </a:p>
          <a:p>
            <a:r>
              <a:rPr lang="en-US" dirty="0"/>
              <a:t>the number of members, </a:t>
            </a:r>
          </a:p>
          <a:p>
            <a:r>
              <a:rPr lang="en-US" dirty="0"/>
              <a:t>average gym visits, </a:t>
            </a:r>
          </a:p>
          <a:p>
            <a:r>
              <a:rPr lang="en-US" dirty="0"/>
              <a:t>monthly membership fee, </a:t>
            </a:r>
          </a:p>
          <a:p>
            <a:r>
              <a:rPr lang="en-US" dirty="0"/>
              <a:t>customer retention rate, </a:t>
            </a:r>
          </a:p>
          <a:p>
            <a:r>
              <a:rPr lang="en-US" dirty="0"/>
              <a:t>and the percentage of members using personal training services. </a:t>
            </a:r>
          </a:p>
          <a:p>
            <a:r>
              <a:rPr lang="en-US" dirty="0"/>
              <a:t>These variables help us understand how different membership plans contribute to the business.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A1058-5BAD-4D45-8CED-71E5D7F2F4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3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data, we found several important facts.</a:t>
            </a:r>
          </a:p>
          <a:p>
            <a:r>
              <a:rPr lang="en-US" dirty="0"/>
              <a:t>Basic membership has the largest number of members.</a:t>
            </a:r>
          </a:p>
          <a:p>
            <a:r>
              <a:rPr lang="en-US" dirty="0"/>
              <a:t>Premium and Family memberships have the highest customer retention rates.</a:t>
            </a:r>
          </a:p>
          <a:p>
            <a:r>
              <a:rPr lang="en-US" dirty="0"/>
              <a:t>Premium members also visit the gym more frequently and use personal training services more often than other members.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A1058-5BAD-4D45-8CED-71E5D7F2F4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91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analysing</a:t>
            </a:r>
            <a:r>
              <a:rPr lang="en-US" dirty="0"/>
              <a:t> this information, we gain useful knowledge.</a:t>
            </a:r>
          </a:p>
          <a:p>
            <a:r>
              <a:rPr lang="en-US" dirty="0"/>
              <a:t>Customers who purchase higher-level memberships are more loyal to the gym.</a:t>
            </a:r>
          </a:p>
          <a:p>
            <a:r>
              <a:rPr lang="en-US" dirty="0"/>
              <a:t>Members who visit the gym regularly are less likely to cancel their memberships.</a:t>
            </a:r>
          </a:p>
          <a:p>
            <a:r>
              <a:rPr lang="en-US" dirty="0"/>
              <a:t>We also learned that personal training is an important service because it increases both customer engagement and business revenue.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A1058-5BAD-4D45-8CED-71E5D7F2F4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0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findings provide valuable business insights.</a:t>
            </a:r>
          </a:p>
          <a:p>
            <a:r>
              <a:rPr lang="en-US" dirty="0"/>
              <a:t>Although Basic membership has the highest number of customers, Premium membership generates more revenue per customer.</a:t>
            </a:r>
          </a:p>
          <a:p>
            <a:r>
              <a:rPr lang="en-US" dirty="0"/>
              <a:t>Student memberships have good growth potential through targeted marketing.</a:t>
            </a:r>
          </a:p>
          <a:p>
            <a:r>
              <a:rPr lang="en-US" dirty="0"/>
              <a:t>The gym can also increase profits by promoting personal training services to more members.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A1058-5BAD-4D45-8CED-71E5D7F2F4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99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this Gym Membership Dataset demonstrates how data can support better business decisions.</a:t>
            </a:r>
          </a:p>
          <a:p>
            <a:r>
              <a:rPr lang="en-US" dirty="0"/>
              <a:t>By </a:t>
            </a:r>
            <a:r>
              <a:rPr lang="en-US" dirty="0" err="1"/>
              <a:t>analysing</a:t>
            </a:r>
            <a:r>
              <a:rPr lang="en-US" dirty="0"/>
              <a:t> customer </a:t>
            </a:r>
            <a:r>
              <a:rPr lang="en-US" dirty="0" err="1"/>
              <a:t>behaviour</a:t>
            </a:r>
            <a:r>
              <a:rPr lang="en-US" dirty="0"/>
              <a:t>, membership trends, and service usage, businesses can improve revenue, retain customers, and grow more effectively.</a:t>
            </a:r>
          </a:p>
          <a:p>
            <a:r>
              <a:rPr lang="en-US" b="1" dirty="0"/>
              <a:t>Thank you for listening. Do you have any questions?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CA1058-5BAD-4D45-8CED-71E5D7F2F4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5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Gym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09900"/>
            <a:ext cx="6400800" cy="175260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Data to Insights</a:t>
            </a:r>
            <a:endParaRPr sz="5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974079"/>
              </p:ext>
            </p:extLst>
          </p:nvPr>
        </p:nvGraphicFramePr>
        <p:xfrm>
          <a:off x="254000" y="1676402"/>
          <a:ext cx="8509000" cy="3361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8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8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81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8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r>
                        <a:t>Membership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Visits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Monthly Fee($)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Retention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PT Users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574">
                <a:tc>
                  <a:txBody>
                    <a:bodyPr/>
                    <a:lstStyle/>
                    <a:p>
                      <a:r>
                        <a:t>Corporate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Derived from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Basic membership has the highest number of members.</a:t>
            </a:r>
          </a:p>
          <a:p>
            <a:pPr>
              <a:defRPr sz="2200"/>
            </a:pPr>
            <a:r>
              <a:t>Premium and Family memberships have the highest retention rates.</a:t>
            </a:r>
          </a:p>
          <a:p>
            <a:pPr>
              <a:defRPr sz="2200"/>
            </a:pPr>
            <a:r>
              <a:t>Premium members visit the gym more frequently.</a:t>
            </a:r>
          </a:p>
          <a:p>
            <a:pPr>
              <a:defRPr sz="2200"/>
            </a:pPr>
            <a:r>
              <a:t>Personal Training (PT) usage is highest among Premium members.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Members who pay for higher-tier plans are more loyal.</a:t>
            </a:r>
          </a:p>
          <a:p>
            <a:pPr>
              <a:defRPr sz="2200"/>
            </a:pPr>
            <a:r>
              <a:t>Frequent gym visits are associated with better customer retention.</a:t>
            </a:r>
          </a:p>
          <a:p>
            <a:pPr>
              <a:defRPr sz="2200"/>
            </a:pPr>
            <a:r>
              <a:t>Personal Training contributes to higher customer engagement and additional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/>
              <a:t>Offer Premium membership to Basic members.</a:t>
            </a:r>
          </a:p>
          <a:p>
            <a:pPr>
              <a:defRPr sz="2200"/>
            </a:pPr>
            <a:r>
              <a:rPr lang="en-US" dirty="0"/>
              <a:t>Give discounts on Personal Training. </a:t>
            </a:r>
          </a:p>
          <a:p>
            <a:pPr>
              <a:defRPr sz="2200"/>
            </a:pPr>
            <a:r>
              <a:rPr lang="en-US" dirty="0"/>
              <a:t>Reward members who visit the gym often. </a:t>
            </a:r>
          </a:p>
          <a:p>
            <a:pPr>
              <a:defRPr sz="2200"/>
            </a:pPr>
            <a:r>
              <a:rPr lang="en-US" dirty="0"/>
              <a:t>Advertise to students and companies to get more members.</a:t>
            </a:r>
          </a:p>
          <a:p>
            <a:pPr>
              <a:defRPr sz="2200"/>
            </a:pPr>
            <a:r>
              <a:rPr lang="en-US" dirty="0"/>
              <a:t>Contact members who stop coming to the gym. </a:t>
            </a:r>
          </a:p>
          <a:p>
            <a:pPr>
              <a:defRPr sz="2200"/>
            </a:pPr>
            <a:r>
              <a:rPr lang="en-US" dirty="0"/>
              <a:t>Add more fitness classes during busy times. </a:t>
            </a:r>
          </a:p>
          <a:p>
            <a:pPr>
              <a:defRPr sz="2200"/>
            </a:pPr>
            <a:r>
              <a:rPr lang="en-US" dirty="0"/>
              <a:t>Ask members for feedback to improve the gym.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The Gym Membership Dataset helps managers understand customer </a:t>
            </a:r>
            <a:r>
              <a:rPr dirty="0" err="1"/>
              <a:t>behaviour</a:t>
            </a:r>
            <a:r>
              <a:rPr dirty="0"/>
              <a:t> and business performance.</a:t>
            </a:r>
          </a:p>
          <a:p>
            <a:pPr>
              <a:defRPr sz="2200"/>
            </a:pPr>
            <a:r>
              <a:rPr dirty="0"/>
              <a:t>Using data</a:t>
            </a:r>
            <a:r>
              <a:rPr lang="en-US" dirty="0"/>
              <a:t> </a:t>
            </a:r>
            <a:r>
              <a:rPr dirty="0"/>
              <a:t>driven insights allows better decisions that improve revenue, customer satisfaction, and long</a:t>
            </a:r>
            <a:r>
              <a:rPr lang="en-US" dirty="0"/>
              <a:t> </a:t>
            </a:r>
            <a:r>
              <a:rPr dirty="0"/>
              <a:t>term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485</Words>
  <Application>Microsoft Office PowerPoint</Application>
  <PresentationFormat>On-screen Show (4:3)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Gym</vt:lpstr>
      <vt:lpstr>Dataset</vt:lpstr>
      <vt:lpstr>Information Derived from Data</vt:lpstr>
      <vt:lpstr>Knowledge</vt:lpstr>
      <vt:lpstr>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Wisidagamage Wickramasinghe</cp:lastModifiedBy>
  <cp:revision>6</cp:revision>
  <dcterms:created xsi:type="dcterms:W3CDTF">2013-01-27T09:14:16Z</dcterms:created>
  <dcterms:modified xsi:type="dcterms:W3CDTF">2026-07-05T00:46:09Z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2026-06-28T00:13:22Z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c803dd3b-3f38-43ae-83e8-638b8fde63e6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